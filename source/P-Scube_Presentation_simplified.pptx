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0" y="2011680"/>
            <a:ext cx="89611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33172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P-Scube：偏斜感知图流摘要中的结构隐私泄露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Skew-aware optimization improves hub utility, but also amplifies hub privacy leakage.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4572000"/>
            <a:ext cx="89611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9834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主线：high-degree leakage -&gt; selective mitigation -&gt; tradeoff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研究背景：为什么 Scube 值得讨论隐私？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Scube 的强点，恰恰可能是隐私风险的来源。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291840" cy="19202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20" y="1965960"/>
            <a:ext cx="731520" cy="731520"/>
          </a:xfrm>
          <a:prstGeom prst="ellipse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BBCC"/>
                </a:solidFill>
                <a:latin typeface="Calibri"/>
              </a:defRPr>
            </a:pPr>
            <a:r>
              <a:t>普通 sketch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所有节点近似同等对待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468880"/>
            <a:ext cx="3291840" cy="19202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196596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SCube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优先保障 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68880"/>
            <a:ext cx="3291840" cy="19202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64040" y="196596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Calibri"/>
              </a:defRPr>
            </a:pPr>
            <a:r>
              <a:t>副作用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429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hub 更容易被识别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83480"/>
            <a:ext cx="10789920" cy="91440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3036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066"/>
                </a:solidFill>
                <a:latin typeface="Calibri"/>
              </a:defRPr>
            </a:pPr>
            <a:r>
              <a:t>一句话：hub utility gain 可能伴随 hub privacy leakage gain。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论文主线：问题收缩而不是全面铺开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4937760" cy="160020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299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D2FF"/>
                </a:solidFill>
                <a:latin typeface="Calibri"/>
              </a:defRPr>
            </a:pPr>
            <a:r>
              <a:t>只回答两个问题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1. `SCube` 是否更易泄露 hub？</a:t>
            </a:r>
            <a:br/>
            <a:r>
              <a:t>2. 能否低代价缓解？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28800"/>
            <a:ext cx="1737360" cy="160020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2148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Calibri"/>
              </a:defRPr>
            </a:pPr>
            <a:r>
              <a:t>主攻击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560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Top-K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1737360" cy="160020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148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96"/>
                </a:solidFill>
                <a:latin typeface="Calibri"/>
              </a:defRPr>
            </a:pPr>
            <a:r>
              <a:t>主攻击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560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Hub Membership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59" y="1828800"/>
            <a:ext cx="1737360" cy="160020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799" y="2148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E066"/>
                </a:solidFill>
                <a:latin typeface="Calibri"/>
              </a:defRPr>
            </a:pPr>
            <a:r>
              <a:t>辅攻击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799" y="2560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23360"/>
            <a:ext cx="10881360" cy="14173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40"/>
                </a:solidFill>
                <a:latin typeface="Calibri"/>
              </a:defRPr>
            </a:pPr>
            <a:r>
              <a:t>答辩时不展开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`edge probing / occupancy / kick-out / ext / 全局DP` 统统降级，否则故事线会散。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PRIVACY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现有 evidence：query-only 攻击已经足够强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Calibri"/>
              </a:defRPr>
            </a:pPr>
            <a:r>
              <a:t>把数字打出来，比长解释更有说服力。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2514600" cy="2011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Top-K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31720"/>
            <a:ext cx="2514600" cy="2011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337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P@50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74903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Top-K 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31720"/>
            <a:ext cx="2514600" cy="2011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E066"/>
                </a:solidFill>
                <a:latin typeface="Calibri"/>
              </a:defRPr>
            </a:pPr>
            <a:r>
              <a:t>92.6%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331720"/>
            <a:ext cx="2514600" cy="2011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2606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2FF"/>
                </a:solidFill>
                <a:latin typeface="Calibri"/>
              </a:defRPr>
            </a:pPr>
            <a:r>
              <a:t>1.46x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3337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74903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Hub vs Non-hub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10698480" cy="9601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结论：只靠公开查询接口，攻击者就能恢复 hub 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泄露根源：hub-oriented optimization 本身暴露了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更多地址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65176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Calibri"/>
              </a:defRPr>
            </a:pPr>
            <a:r>
              <a:t>更少冲突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040"/>
                </a:solidFill>
                <a:latin typeface="Calibri"/>
              </a:defRPr>
            </a:pPr>
            <a:r>
              <a:t>更高 utility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65176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6B"/>
                </a:solidFill>
                <a:latin typeface="Calibri"/>
              </a:defRPr>
            </a:pPr>
            <a:r>
              <a:t>更易识别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25780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Signal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Detector state</a:t>
            </a:r>
            <a:br/>
            <a:r>
              <a:t>暴露 degree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389120"/>
            <a:ext cx="470916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alibri"/>
              </a:defRPr>
            </a:pPr>
            <a:r>
              <a:t>Signal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Query path</a:t>
            </a:r>
            <a:br/>
            <a:r>
              <a:t>暴露 value +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Calibri"/>
              </a:defRPr>
            </a:pPr>
            <a:r>
              <a:t>一句话：utility gain 与 leakage gain 来自同一套 skew-aware 机制。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P-SCUBE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方法设计：P-Scube 只保留两个核心机制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不去掉 skew-awareness，而是打破 `degree -&gt; address_number` 的精确映射。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4754880" cy="23774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机制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Noisy Degree Promotion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Calibri"/>
              </a:defRPr>
            </a:pPr>
            <a:r>
              <a:t>确定升级 -&gt; 概率升级</a:t>
            </a:r>
            <a:br/>
            <a:r>
              <a:t>阈值加入噪声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286000"/>
            <a:ext cx="4754880" cy="23774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514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Calibri"/>
              </a:defRPr>
            </a:pPr>
            <a:r>
              <a:t>机制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8346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Coarsened Address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474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Calibri"/>
              </a:defRPr>
            </a:pPr>
            <a:r>
              <a:t>2,3,4,5... -&gt; 2 / 4 / 6</a:t>
            </a:r>
            <a:br/>
            <a:r>
              <a:t>多个节点共享同一等级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66360"/>
            <a:ext cx="10424160" cy="868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440680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只做两个机制：更贴近泄露源，也更适合答辩讲清楚。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统一评价框架：把攻击、缓解和代价放到同一语言里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33272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84831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AttackAdv = AttackSuccess - RandomBaseline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448056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040"/>
                </a:solidFill>
                <a:latin typeface="Calibri"/>
              </a:defRPr>
            </a:pPr>
            <a:r>
              <a:t>LeakageGain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`AttackAdv(SCube) - AttackAdv(GSS)`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448056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703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Calibri"/>
              </a:defRPr>
            </a:pPr>
            <a:r>
              <a:t>MitigationGain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`AttackAdv(SCube) - AttackAdv(P-SCube)`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074920"/>
            <a:ext cx="9875520" cy="8229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30952"/>
            <a:ext cx="9418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再配合 `ARE` 和 latency overhead，就得到最关键的一张图：privacy-utility frontier。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实验设计：围绕一张 tradeoff 主图组织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2801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`GSS`</a:t>
            </a:r>
            <a:br/>
            <a:r>
              <a:t>`SCube`</a:t>
            </a:r>
            <a:br/>
            <a:r>
              <a:t>`P-SCube`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560320" cy="12801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040"/>
                </a:solidFill>
                <a:latin typeface="Calibri"/>
              </a:defRPr>
            </a:pPr>
            <a:r>
              <a:t>Main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87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Hub extraction</a:t>
            </a:r>
            <a:br/>
            <a:r>
              <a:t>Membership</a:t>
            </a:r>
            <a:br/>
            <a:r>
              <a:t>Timing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4572000" cy="12801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Calibri"/>
              </a:defRPr>
            </a:pPr>
            <a:r>
              <a:t>Must-Prove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87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SCube &gt; GSS in leakage</a:t>
            </a:r>
            <a:br/>
            <a:r>
              <a:t>P-Scube &lt; SCube at low utility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10332720" cy="17373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06908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答辩主图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2628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x 轴：protection 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9204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y 轴：AttackAdv    vs    ARE / latency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E066"/>
                </a:solidFill>
                <a:latin typeface="Calibri"/>
              </a:defRPr>
            </a:pPr>
            <a:r>
              <a:t>一句话：不是找最好参数，而是证明 P-Scube 的 frontier 更优。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三点贡献与总结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发现 hub utility 与 hub leakage 的耦合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94560"/>
            <a:ext cx="329184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Calibri"/>
              </a:defRPr>
            </a:pPr>
            <a: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`NoisyPromotion` + `CoarsenedAllocation`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194560"/>
            <a:ext cx="329184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A040"/>
                </a:solidFill>
                <a:latin typeface="Calibri"/>
              </a:defRPr>
            </a:pPr>
            <a:r>
              <a:t>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`AttackAdv / LeakageGain / frontier`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94960"/>
            <a:ext cx="10789920" cy="731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5955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一句话 takeaway：Better hub utility in SCube leads to better hub extractability; P-Scube weakens this coupling.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